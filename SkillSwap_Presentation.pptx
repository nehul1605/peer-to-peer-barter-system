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SkillSwap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Exchange Skills.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B82F6"/>
                </a:solidFill>
              </a:rPr>
              <a:t>Grow Together.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A peer-to-peer skill barter platform — teach what you know,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learn what you need. No money, just credits.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DBMS Project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41605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Peer Learning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41605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Credit System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</a:rPr>
              <a:t>WHAT IS SKILLSWAP?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 Community-Driven Skill Barter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</a:rPr>
              <a:t>Knowledge is the only currency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560320" cy="1371600"/>
          </a:xfrm>
          <a:prstGeom prst="rect">
            <a:avLst/>
          </a:prstGeom>
          <a:solidFill>
            <a:srgbClr val="161616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Share your skills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and earn credits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560320" cy="1371600"/>
          </a:xfrm>
          <a:prstGeom prst="rect">
            <a:avLst/>
          </a:prstGeom>
          <a:solidFill>
            <a:srgbClr val="161616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202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Learn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Spend credits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learn from others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560320" cy="1371600"/>
          </a:xfrm>
          <a:prstGeom prst="rect">
            <a:avLst/>
          </a:prstGeom>
          <a:solidFill>
            <a:srgbClr val="161616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92024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3504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Exchange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Credits transfer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session completion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8412480" cy="36576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Live Platform</a:t>
            </a:r>
            <a:endParaRPr lang="en-US" sz="1000" dirty="0"/>
          </a:p>
        </p:txBody>
      </p:sp>
      <p:pic>
        <p:nvPicPr>
          <p:cNvPr id="23" name="Image 0" descr="/home/claude/1775577609290_Screenshot_2026-04-07_at_6_53_21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3840480"/>
            <a:ext cx="84124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Simple 5-Step Process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00200" y="1828800"/>
            <a:ext cx="438912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 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Create account,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get starter credits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46304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19272" y="1828800"/>
            <a:ext cx="438912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Skills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39112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List what you teach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&amp; want to learn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9664" y="146304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169664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38344" y="1828800"/>
            <a:ext cx="438912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8184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Find Match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58184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Search for tutors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by skill 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88736" y="146304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888736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57416" y="1828800"/>
            <a:ext cx="438912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Session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77256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Schedule &amp; conduct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the live meeting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07808" y="1463040"/>
            <a:ext cx="822960" cy="8229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7607808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96328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Credits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96328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Credits auto-transfer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on completion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291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Dashboard</a:t>
            </a:r>
            <a:endParaRPr lang="en-US" sz="1000" dirty="0"/>
          </a:p>
        </p:txBody>
      </p:sp>
      <p:pic>
        <p:nvPicPr>
          <p:cNvPr id="30" name="Image 0" descr="/home/claude/1775577609291_Screenshot_2026-04-07_at_6_54_02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3566160"/>
            <a:ext cx="4023360" cy="13716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754880" y="3291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Find Matches</a:t>
            </a:r>
            <a:endParaRPr lang="en-US" sz="1000" dirty="0"/>
          </a:p>
        </p:txBody>
      </p:sp>
      <p:pic>
        <p:nvPicPr>
          <p:cNvPr id="32" name="Image 1" descr="/home/claude/1775577609289_Screenshot_2026-04-07_at_6_56_08_P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3566160"/>
            <a:ext cx="402336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Everything You Need to Teach &amp; Learn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5486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Skill Profile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801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Define skills you teach and want to learn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4114800" cy="5486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167128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Matching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4597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Search tutors by skill name instantly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25496"/>
            <a:ext cx="4114800" cy="5486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825496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25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2871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Session Scheduling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1181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Book and manage sessions with timezone support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83864"/>
            <a:ext cx="4114800" cy="5486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483864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483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529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Credit Economy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776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60 credits per session, earn by teaching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42232"/>
            <a:ext cx="4114800" cy="5486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4142232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142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4187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Sessions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434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Real-time screen sharing during meetings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1463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Skill Profile Page</a:t>
            </a:r>
            <a:endParaRPr lang="en-US" sz="1000" dirty="0"/>
          </a:p>
        </p:txBody>
      </p:sp>
      <p:pic>
        <p:nvPicPr>
          <p:cNvPr id="31" name="Image 0" descr="/home/claude/1775577609289_Screenshot_2026-04-07_at_6_54_40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737360"/>
            <a:ext cx="4023360" cy="21031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754880" y="3931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Find Tutors</a:t>
            </a:r>
            <a:endParaRPr lang="en-US" sz="1000" dirty="0"/>
          </a:p>
        </p:txBody>
      </p:sp>
      <p:pic>
        <p:nvPicPr>
          <p:cNvPr id="33" name="Image 1" descr="/home/claude/1775577609290_Screenshot_2026-04-07_at_6_55_28_P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4160520"/>
            <a:ext cx="40233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</a:rPr>
              <a:t>SESSIONS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Manage, Track &amp; Conduct Learning Sessions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Your Sessions — Pending &amp; Completed</a:t>
            </a:r>
            <a:endParaRPr lang="en-US" sz="1000" dirty="0"/>
          </a:p>
        </p:txBody>
      </p:sp>
      <p:pic>
        <p:nvPicPr>
          <p:cNvPr id="6" name="Image 0" descr="/home/claude/1775577609288_Screenshot_2026-04-07_at_6_58_57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91640"/>
            <a:ext cx="466344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Live Session with Screen Share</a:t>
            </a:r>
            <a:endParaRPr lang="en-US" sz="1000" dirty="0"/>
          </a:p>
        </p:txBody>
      </p:sp>
      <p:pic>
        <p:nvPicPr>
          <p:cNvPr id="8" name="Image 1" descr="/home/claude/1775577609287_Screenshot_2026-04-07_at_7_01_55_P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12080" y="1691640"/>
            <a:ext cx="3566160" cy="2560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443484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F1207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4434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PENDING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194560" y="443484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A1F16"/>
          </a:solidFill>
          <a:ln/>
        </p:spPr>
      </p:sp>
      <p:sp>
        <p:nvSpPr>
          <p:cNvPr id="12" name="Text 8"/>
          <p:cNvSpPr/>
          <p:nvPr/>
        </p:nvSpPr>
        <p:spPr>
          <a:xfrm>
            <a:off x="2194560" y="4434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COMPLETED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023360" y="443484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F0A0A"/>
          </a:solidFill>
          <a:ln/>
        </p:spPr>
      </p:sp>
      <p:sp>
        <p:nvSpPr>
          <p:cNvPr id="14" name="Text 10"/>
          <p:cNvSpPr/>
          <p:nvPr/>
        </p:nvSpPr>
        <p:spPr>
          <a:xfrm>
            <a:off x="4023360" y="4434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LIVE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43600" y="4480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</a:rPr>
              <a:t>Session statuses tracked in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</a:rPr>
              <a:t>CREDIT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Knowledge as Currency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</a:rPr>
              <a:t>Credits Overview Page</a:t>
            </a:r>
            <a:endParaRPr lang="en-US" sz="1000" dirty="0"/>
          </a:p>
        </p:txBody>
      </p:sp>
      <p:pic>
        <p:nvPicPr>
          <p:cNvPr id="6" name="Image 0" descr="/home/claude/1775577609288_Screenshot_2026-04-07_at_7_02_25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91640"/>
            <a:ext cx="502920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463040"/>
            <a:ext cx="310896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0" y="146304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554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180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949440" y="16642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Current Balance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267712"/>
            <a:ext cx="310896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0" y="2267712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3591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+60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949440" y="2468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Per Session Taught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0" y="3072384"/>
            <a:ext cx="310896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6" name="Shape 13"/>
          <p:cNvSpPr/>
          <p:nvPr/>
        </p:nvSpPr>
        <p:spPr>
          <a:xfrm>
            <a:off x="5669280" y="3072384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316382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-60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949440" y="3273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Per Session Learned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0" y="3877056"/>
            <a:ext cx="310896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0" name="Shape 17"/>
          <p:cNvSpPr/>
          <p:nvPr/>
        </p:nvSpPr>
        <p:spPr>
          <a:xfrm>
            <a:off x="5669280" y="3877056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39684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+10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49440" y="40782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Bonus for 5-Star Rating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69280" y="4709160"/>
            <a:ext cx="310896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0" y="4709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Full transaction history tracked in database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5943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Frontend: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React.js, Tailwind CSS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5943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Backend: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353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Node.js, Express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3931920" cy="5943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Database: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084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PostgreSQL / MongoDB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783080"/>
            <a:ext cx="3931920" cy="5943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78308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Real-time: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084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WebRTC (Screen Share)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2697480"/>
            <a:ext cx="73152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80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You!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A3AF"/>
                </a:solidFill>
              </a:rPr>
              <a:t>SkillSwap — Where Knowledge is Currency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0" y="4069080"/>
            <a:ext cx="5486400" cy="45720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4069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DBMS Project  •  Skill Barter System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87952" y="46634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187952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SkillSwap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SkillSwap - Skill Barter System</dc:title>
  <dc:subject>PptxGenJS Presentation</dc:subject>
  <dc:creator>PptxGenJS</dc:creator>
  <cp:lastModifiedBy>PptxGenJS</cp:lastModifiedBy>
  <cp:revision>1</cp:revision>
  <dcterms:created xsi:type="dcterms:W3CDTF">2026-04-07T16:10:32Z</dcterms:created>
  <dcterms:modified xsi:type="dcterms:W3CDTF">2026-04-07T16:10:32Z</dcterms:modified>
</cp:coreProperties>
</file>